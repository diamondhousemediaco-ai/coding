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Working league name — final brand TBD.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463040"/>
            <a:ext cx="4114800" cy="2926080"/>
          </a:xfrm>
          <a:prstGeom prst="ellipse">
            <a:avLst/>
          </a:prstGeom>
          <a:solidFill>
            <a:srgbClr val="FF4D1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3931920"/>
            <a:ext cx="3840480" cy="2560320"/>
          </a:xfrm>
          <a:prstGeom prst="ellipse">
            <a:avLst/>
          </a:prstGeom>
          <a:solidFill>
            <a:srgbClr val="E8FF3A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TN ELITE SUMMER LEAGUE  ·  SPONSORSHIP OPPORTUNITIES  ·  SUMMER 2027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TEAMS.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DRAFT.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STAKES.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elite high-school summer basketball league built like a pro property.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Combine. Draft. Two seasons. Nationals. Hosted at Belmont University, Nashville.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Families Are Done With AAU Chaos.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$3,000–$5,000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one AAU summer — before travel. Pay-to-play with no guarantees.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games a day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silent gyms. No development, no stakes, no story.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structure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draft, no standings that matter, no production, no accountability.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1B1B21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2219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are actively looking for the legit alternative. The first property that feels college/pro level owns the market — and the sponsors who join first own the story.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League That Feels Like The Pros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TEAMS — 8 BOYS / 8 GIRLS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456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DRAFTED PLAYERS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156+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GAMES — ALL STREAMED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2×5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SEASONS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13232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5,085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3232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SEAT ARENA AT BELMONT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938528" cy="1874520"/>
          </a:xfrm>
          <a:prstGeom prst="roundRect">
            <a:avLst>
              <a:gd name="adj" fmla="val 3902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TRYOUTS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" y="32461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Statewide, ~600 athletes. Every region of Tennessee.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33472" y="2743200"/>
            <a:ext cx="1938528" cy="1874520"/>
          </a:xfrm>
          <a:prstGeom prst="roundRect">
            <a:avLst>
              <a:gd name="adj" fmla="val 3902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9776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COMBINE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79776" y="32461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300. Testing, measurements, media day — every station brandable.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18304" y="2743200"/>
            <a:ext cx="1938528" cy="1874520"/>
          </a:xfrm>
          <a:prstGeom prst="roundRect">
            <a:avLst>
              <a:gd name="adj" fmla="val 3902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DRAFT NIGHT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64608" y="32461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Produced, live-streamed, in the arena. The most clippable night of the year.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2743200"/>
            <a:ext cx="1938528" cy="1874520"/>
          </a:xfrm>
          <a:prstGeom prst="roundRect">
            <a:avLst>
              <a:gd name="adj" fmla="val 3902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· SEASONS + NATIONALS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9440" y="32461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5-week seasons with playoffs; a 10-day national invitational (Yr 2–3).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Model Already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UNRIVALED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 women's pro league — our brand inspiration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 raised before its first game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$95M → $340M valuation in ~18 months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~$27–30M revenue season one — near break-even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~$100M/6yr TNT media deal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 sponsors: Ally, Samsung, Under Armour, State Farm, Sephora, Wilson, Miller Lite…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OVERTIME ELITE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HS-age league built as a content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4688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$250M+ raised (Bezos, Drake, KD, Liberty Media)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Gatorade &amp; State Farm multi-year, multimillion deals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Prime Video global rights + docuseries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23M views on opening weekend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NBA lottery picks produced in 3 years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Nobody has built this at the state level. Tennessee goes first.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YOU REACH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Audience Money Can't Usually Buy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92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192 elite athletes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most-followed teenagers in their towns — and TSSAA allows direct sponsor-to-player NIL deals.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792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Thousands of families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56432" y="21214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of teens: peak spending years — autos, insurance, healthcare, tutoring, food.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792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game streamed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9632" y="21214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Season-long impressions, not one-night signage. Highlights clipped and shared all summer.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92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coaches courtside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Marquee weekends aligned to NCAA live periods put D-I staffs in the building.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3392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Statewide footprint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Tryouts in every region make this Tennessee's league, not just Nashville's.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3246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3392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Earned media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night, combine, a girls' league equal to the boys' — stories local press wants to cover.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Cameras. Real Crews. Real Refs.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B1B21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BROADCAST CAMERAS — NO SHORTCUTS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Manned broadcast cameras on every marquee night — via Belmont's in-house ESPN-platform production infrastructure, Nashville's deep freelance broadcast bench, and school media-program partnerships (MTSU, Curb College).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OFFICIATING (D2)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9933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AAU complaint is the refs — so ours are college crews, recruited through college officiating coordinators. Players learn the college whistle before campus; parents feel it in the first quarter.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DISTRIBUTION LADDER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935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league YouTube + TikTok engine and a paid league pass. Year 2: local TV Game of the Week. Year 2-3: ESPN+ through packagers (Paragon has curated ESPN's HS slate since 2002) — the road there is star recruits + a broadcast-grade feed.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BIG-STAGE FEEL, EVERY NIGHT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5935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Walkout tunnel intros, per-team hype videos, DJ + PA, live stat overlays, press-conference backdrop. Cheap to run — reads pro in every clip. And clips are the product.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game streamed. 16 marquee nights with full broadcast treatment in Year 1 — 60+ in the Full Vision.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PARTNERSHIP TIERS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Ways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1B1B21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PARTNER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94944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$50–75K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4944" y="2724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AVAILABLE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944" y="303580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in the league's name. Center court, every jersey patchline, every broadcast, every post. Category exclusivity everywhere.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33472" y="160020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FOUNDING PARTNER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79776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$20–30K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79776" y="2724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4–6 AVAILABLE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79776" y="303580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“Founding Partner — est. 2027” forever. Category exclusivity, first-refusal renewal rights, premium inventory across venue + broadcast.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160020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OFFICIAL PARTNER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4608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$5–15K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64608" y="2724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8–10 AVAILABLE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4608" y="303580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category status (bank, health, auto, QSR, drink…), court + stream presence, activation nights.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60020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1A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GAME NIGHT PARTNER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$1–5K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27249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FLEXIBLE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3035808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moments: door/gate branding, halftime contests, t-shirt toss, play-of-the-night segments, theme nights.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tier includes streamed-game impressions, social content, and a community story — partnerships, not logo slaps.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3840480" cy="2743200"/>
          </a:xfrm>
          <a:prstGeom prst="ellipse">
            <a:avLst/>
          </a:prstGeom>
          <a:solidFill>
            <a:srgbClr val="FF4D1C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PREMIUM PLAY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A Franchise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founding ownerships. One per team. Never available again at this price.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B1B21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$15–25K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B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FOUNDING TEAM OWNER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brand, two teams — your franchise fields both a boys and a girls squad. The Big3 / TBT model, brought to Tennessee.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965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Naming 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92424" y="22219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name and brand your franchise — your business woven into the identity.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8745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965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Courtside hospitality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9904" y="22219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seats + suite access on marquee nights, for you and your clients.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28072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898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Merch revenue share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92424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cut of your franchise's jersey and merch sales, every season.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28072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2898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Founders wall + legacy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9904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“Founding Owner — est. 2027” permanently in the arena and on every team page.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3739896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 night on the floor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92424" y="40873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on camera when your team makes its picks.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3739896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refusal, forever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9904" y="40873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franchises ever become true equity, founding owners get the first call.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Owners recruit each other — nobody wants to be the one without a team.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INVENTORY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Can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THE PLAYER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front &amp; back patches · warm-ups · gear bags · official ball · shoes &amp; socks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09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2002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decals · scorer's table · entry gates &amp; doors · ticket-backs · suites · seat-backs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THE STREAM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sponsor · 30-sec spots · replay &amp; stats graphics · “Play of the Night by ___”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79192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TENTPOLE EVENTS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title &amp; testing stations · Draft Night + green room · Media Day · Awards · All-Star night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67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CONTENT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Mic'd-up series · all-access doc · podcast · fantasy pick'em · player NIL collabs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58184"/>
            <a:ext cx="3931920" cy="941832"/>
          </a:xfrm>
          <a:prstGeom prst="roundRect">
            <a:avLst>
              <a:gd name="adj" fmla="val 7767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67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COMMUNITY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fund · team meals · recovery lounge · youth clinics · theme nights · host hotel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60+ sellable assets. Category exclusivity available on every one.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BUILT-IN ACTIVATION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Partnerships, Not Logo Slaps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B1B21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“Play of the Night by ___”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branded recurring broadcast segment — the exact model Samsung ran with Unrivaled's “Galaxy Game Winner.” Your brand inside the moment fans rewatch.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“Vertical Jump powered by ___”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20756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testing stations carry your brand in every measurement graphic — numbers that get quoted in recruiting posts all year.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Scholarship Story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dollars visibly waive player fees for families in need. 501(c)(3) deductible — and it's the side of the anti-pay-to-play story parents already agree with.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 Night Green Room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630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behind every hug, hat, and handshake — the most-shared images of the entire summer.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IT'S SAFE TO ATTACH YOUR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Legit,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Fully independent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all school programs — the same lane AAU operates in, run at a far higher standard. No coach is ever paired with players from their own school.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NCAA-certified events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20756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so D-I coaches can attend live-period weekends: registered athletes, licensed coaches, background checks on every adult.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Pro-level safety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athletic trainers at every event day. College-level (D2) officiating crews — not AAU refs. $1M/$2M liability coverage.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5151A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Mission with receipts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3630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~$400 all-in for a player's whole summer vs $3,000+ AAU — and a scholarship fund that takes it to $0 for families who need it.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ROAD TO TIP-OFF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Founding Partners Lock In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38528"/>
            <a:ext cx="1627632" cy="0"/>
          </a:xfrm>
          <a:prstGeom prst="line">
            <a:avLst/>
          </a:prstGeom>
          <a:noFill/>
          <a:ln w="19050">
            <a:solidFill>
              <a:srgbClr val="2E2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launch + hype video. Founding partners announced with the league itself — maximum earned media.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1783080"/>
            <a:ext cx="310896" cy="310896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1938528"/>
            <a:ext cx="1627632" cy="0"/>
          </a:xfrm>
          <a:prstGeom prst="line">
            <a:avLst/>
          </a:prstGeom>
          <a:noFill/>
          <a:ln w="19050">
            <a:solidFill>
              <a:srgbClr val="2E2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WINTER 2026–27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3472" y="26060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signed. Tryout registration opens statewide. Partner content begins.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1783080"/>
            <a:ext cx="310896" cy="310896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13" name="Shape 11"/>
          <p:cNvSpPr/>
          <p:nvPr/>
        </p:nvSpPr>
        <p:spPr>
          <a:xfrm>
            <a:off x="5102352" y="1938528"/>
            <a:ext cx="1627632" cy="0"/>
          </a:xfrm>
          <a:prstGeom prst="line">
            <a:avLst/>
          </a:prstGeom>
          <a:noFill/>
          <a:ln w="19050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SPRING 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304" y="26060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Tryouts → Combine → Draft Night at the arena. Partner brands in every frame.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783080"/>
            <a:ext cx="310896" cy="310896"/>
          </a:xfrm>
          <a:prstGeom prst="ellipse">
            <a:avLst/>
          </a:prstGeom>
          <a:solidFill>
            <a:srgbClr val="FF4D1C"/>
          </a:solidFill>
          <a:ln/>
        </p:spPr>
      </p:sp>
      <p:sp>
        <p:nvSpPr>
          <p:cNvPr id="17" name="Text 15"/>
          <p:cNvSpPr/>
          <p:nvPr/>
        </p:nvSpPr>
        <p:spPr>
          <a:xfrm>
            <a:off x="6803136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 1, 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03136" y="26060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tip at Belmont. Two seasons, playoffs, every game streamed.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B1B21"/>
          </a:solidFill>
          <a:ln w="9525">
            <a:solidFill>
              <a:srgbClr val="2E2E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24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Founding-era pricing ends at brand launch. 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Fall 2026, every tier reprices against real audience numbers.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3291840"/>
            <a:ext cx="4206240" cy="3108960"/>
          </a:xfrm>
          <a:prstGeom prst="ellipse">
            <a:avLst/>
          </a:prstGeom>
          <a:solidFill>
            <a:srgbClr val="FF4D1C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FF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A FOUNDING PARTNER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the story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4D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day one.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league that made it — Unrivaled, OTE, TBT — was built with partners who got in before the first game. This is that moment for Tennessee.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Diamond House Media  ·  diamondhousemediaco@gmail.com  ·  Nashville, TN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2026-07-12T21:07:59Z</dcterms:created>
  <dcterms:modified xsi:type="dcterms:W3CDTF">2026-07-12T21:07:59Z</dcterms:modified>
</cp:coreProperties>
</file>